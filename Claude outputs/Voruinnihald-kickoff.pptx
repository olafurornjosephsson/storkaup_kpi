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Fyrsti áfangi. Áfangi tvö er þverkatalog-síður og leit — nefndu það strax svo þetta sé ekki endalaus grunnvinna.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Opnaðu Halloumi-vörukortið í vafra. Þetta virkar betur lifandi.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Þetta er tillaga reiknuð 2026-09-08, ekki skrifuð í sheetið. Hægt að stokka á fundinum — það gefur meira eignarhald.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Endaðu á spurningum. Það sem fólk spyr hér á að fara beint inn í ritstílinn.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STÓRKAUP · VÖRUINNIHALD · KICKOFF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Vöruinnihald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4.477 vörur. 1.197 þurfa lýsingu skrifaða, 3.280 þurfa yfirlestur.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Þrettán manns, um níutíu skrif hver.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Vöruheiti          Vörulýsingar          Öryggisblöð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 af vöruheitunum okkar eru ekki vöruheiti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Þau eru textinn úr Business Central, afritaður staf fyrir staf. Og hjá rúmum fjórðungi varanna er lýsingin sami strengurinn í þriðja sinn.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21808" cy="2743200"/>
          </a:xfrm>
          <a:prstGeom prst="rect">
            <a:avLst/>
          </a:prstGeom>
          <a:solidFill>
            <a:srgbClr val="FDF3F4"/>
          </a:solidFill>
          <a:ln w="9525">
            <a:solidFill>
              <a:srgbClr val="9E24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139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SVONA ER ÞAÐ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323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Halloumi ostur, 12x 200g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260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Lýsing: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163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8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Halloumi ostur, 12x 200g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57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Heitið tvisvar. Ekkert vörumerki, enginn uppruni,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engir ofnæmisvaldar, ekkert um notkun.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920240"/>
            <a:ext cx="5321808" cy="2743200"/>
          </a:xfrm>
          <a:prstGeom prst="rect">
            <a:avLst/>
          </a:prstGeom>
          <a:solidFill>
            <a:srgbClr val="F1F8F4"/>
          </a:solidFill>
          <a:ln w="9525">
            <a:solidFill>
              <a:srgbClr val="1B63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1396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SVONA Á ÞAÐ AÐ VERA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4323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Halloumi ostur, 12x 200g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9260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Lýsing: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1638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„Halloumiostur heldur formi við háan hita og 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ætlaður til steikingar og grillunar. Borinn fram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heitur, steiktur 1–2 mín á hlið. Inniheldur mjólk."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6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 sem þekkir vöruna þarf tvær mínútur í þetta.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08792" cy="1143000"/>
          </a:xfrm>
          <a:prstGeom prst="rect">
            <a:avLst/>
          </a:prstGeom>
          <a:solidFill>
            <a:srgbClr val="F5F6FF"/>
          </a:solidFill>
          <a:ln w="9525">
            <a:solidFill>
              <a:srgbClr val="1006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48920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1.884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2642616" y="4892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vörur bera heiti sem er BC-textinn óbreyttur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489204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1.212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489204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lýsingar eru vöruheitið endurtekið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Þetta er minna en það hljómar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Þrír fjórðu hlutar catalogsins hafa þegar alvöru lýsingu. Vinnan er einbeittari en talan 4.477 gefur til kynna.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56432" cy="2286000"/>
          </a:xfrm>
          <a:prstGeom prst="rect">
            <a:avLst/>
          </a:prstGeom>
          <a:solidFill>
            <a:srgbClr val="10069F"/>
          </a:solidFill>
          <a:ln w="9525">
            <a:solidFill>
              <a:srgbClr val="1006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1.197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272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þurfa lýsingu skrifaða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5643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Þar liggur vinnan. 92 á mann.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2011680"/>
            <a:ext cx="3456432" cy="2286000"/>
          </a:xfrm>
          <a:prstGeom prst="rect">
            <a:avLst/>
          </a:prstGeom>
          <a:solidFill>
            <a:srgbClr val="F5F6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2128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3.280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1272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þurfa aðeins yfirlestur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45643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Lýsing er til. Lestu, lagaðu, samþykktu.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2011680"/>
            <a:ext cx="3456432" cy="2286000"/>
          </a:xfrm>
          <a:prstGeom prst="rect">
            <a:avLst/>
          </a:prstGeom>
          <a:solidFill>
            <a:srgbClr val="F5F6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22128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31272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 í rammasamningi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345643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Taktu þær fyrst — 76 þeirra þurfa skrif.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4809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öryggisblöðin eru sér verkefni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5138928"/>
            <a:ext cx="10287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 vörur af 4.477 hafa öryggisblað tengt. Það er eftirfylgni við birgja, ekki skrif, og það liggur hjá innkaupum. Ef þú strandar á blaði: settu „Spurning" og haltu áfram með næstu vöru.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Tvær reglur duga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 hitt er í ritstílnum, og heitalinterinn tekur einingar, bil og pakkningasnið fyrir þig.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56816"/>
            <a:ext cx="5321808" cy="2148840"/>
          </a:xfrm>
          <a:prstGeom prst="rect">
            <a:avLst/>
          </a:prstGeom>
          <a:solidFill>
            <a:srgbClr val="F5F6FF"/>
          </a:solidFill>
          <a:ln w="9525">
            <a:solidFill>
              <a:srgbClr val="1006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176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0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VÖRUHEITI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8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Vörutegund, týpa, afbrigði, stærð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7121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Vörutegundin fyrst — það er orðið sem fólk leitar að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Vörumerkið fer ekki í heitið, það á sinn reit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Litir á íslensku, með litlum staf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27064" y="1956816"/>
            <a:ext cx="5321808" cy="2148840"/>
          </a:xfrm>
          <a:prstGeom prst="rect">
            <a:avLst/>
          </a:prstGeom>
          <a:solidFill>
            <a:srgbClr val="F5F6FF"/>
          </a:solidFill>
          <a:ln w="9525">
            <a:solidFill>
              <a:srgbClr val="1006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176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06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LÖNG LÝSING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8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60–150 orð, fyrsta setningin sjálfstæð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87121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Hvað varan er og fyrir hvern — í fyrstu setningu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hvers hún er notuð, og hvar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Spurningarnar sem þú fær í síma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5254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Orð sem segja engum neitt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trike="sngStrike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hágæða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78024" y="47731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78024" y="47731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trike="sngStrike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5968" y="47731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15968" y="47731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trike="sngStrike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frábært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2" y="47731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3912" y="47731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trike="sngStrike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einstakt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91856" y="47731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91856" y="47731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trike="sngStrike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fjölhæft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29800" y="47731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9800" y="47731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trike="sngStrike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breitt úrval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37667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 staðinn kemur talan, efnið eða staðurinn:   </a:t>
            </a:r>
            <a:pPr indent="0" marL="0">
              <a:buNone/>
            </a:pPr>
            <a:r>
              <a:rPr lang="en-US" sz="1250" dirty="0">
                <a:solidFill>
                  <a:srgbClr val="1B6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„öflug ryksuga"  ›  „22 kPa sogkraftur"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97296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A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Miðgildi lýsinga sem eru til í dag er 178 stafir. Það er um þriðjungur af því sem dugar.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Þinn hlutur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Skipt eftir vinnu, ekki vörufjölda. Þú færð heila undirflokka sem þú þekkir — 213 hópar, miðgildi 14 vörur.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3456432" cy="256032"/>
          </a:xfrm>
          <a:prstGeom prst="rect">
            <a:avLst/>
          </a:prstGeom>
          <a:solidFill>
            <a:srgbClr val="10069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700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Eigandi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36976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975104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Jóhanna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9751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19751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4505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Ólöf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4505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236976" y="24505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2926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Bjössi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357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36976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401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Haddý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4015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389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36976" y="34015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77056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8096" y="38770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Óli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387705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36976" y="387705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61688" y="1700784"/>
            <a:ext cx="3456432" cy="256032"/>
          </a:xfrm>
          <a:prstGeom prst="rect">
            <a:avLst/>
          </a:prstGeom>
          <a:solidFill>
            <a:srgbClr val="10069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9704" y="1700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Eigandi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99048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Vörur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Skrif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61688" y="1975104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89704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Sigrún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099048" y="19751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378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58584" y="19751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489704" y="24505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Bjartur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099048" y="24505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309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958584" y="24505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61688" y="2926080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489704" y="2926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099048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271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958584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489704" y="3401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Þórey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099048" y="34015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315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958584" y="34015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61688" y="3877056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89704" y="38770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Gummi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099048" y="387705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397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958584" y="387705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83296" y="1700784"/>
            <a:ext cx="3456432" cy="256032"/>
          </a:xfrm>
          <a:prstGeom prst="rect">
            <a:avLst/>
          </a:prstGeom>
          <a:solidFill>
            <a:srgbClr val="10069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211312" y="1700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Eigandi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820656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Vörur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10680192" y="17007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Skrif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83296" y="1975104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11312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Jón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820656" y="19751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395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10680192" y="19751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8211312" y="24505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Margrét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9820656" y="24505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395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10680192" y="245059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083296" y="2926080"/>
            <a:ext cx="3456432" cy="475488"/>
          </a:xfrm>
          <a:prstGeom prst="rect">
            <a:avLst/>
          </a:prstGeom>
          <a:solidFill>
            <a:srgbClr val="F5F6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211312" y="2926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Joost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9820656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399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10680192" y="29260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06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40080" y="4700016"/>
            <a:ext cx="10908792" cy="1298448"/>
          </a:xfrm>
          <a:prstGeom prst="rect">
            <a:avLst/>
          </a:prstGeom>
          <a:solidFill>
            <a:srgbClr val="F5F6FF"/>
          </a:solidFill>
          <a:ln w="9525">
            <a:solidFill>
              <a:srgbClr val="10069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50976" y="48828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Vörufjöldinn er ójafn og það er í lagi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950976" y="5212080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Ólöf hefur 441 vöru en aðeins 108 skrif — flestar hennar hafa þegar lýsingu. Skrifin eru jöfn, um 90 á mann. Þú síar á þinn eiganda með filter view og sérð bara þínar raðir.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tala, sýnileg öllum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Framvinda-flipinn í vinnusheetinu reiknar hana sjálfkrafa. Engin skýrslugerð, ekkert Excel hjá mér.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532180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Hvað „fullbúið" þýðir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596896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Vörumerki fyllt út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Vöruheiti eftir formúlunni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Lýsing 60–150 orð, ekki afrit af heitinu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Mynd, gagnablað og öryggisblað þar sem við 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Staða = Samþykkt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27064" y="1993392"/>
            <a:ext cx="5321808" cy="2377440"/>
          </a:xfrm>
          <a:prstGeom prst="rect">
            <a:avLst/>
          </a:prstGeom>
          <a:solidFill>
            <a:srgbClr val="F5F6FF"/>
          </a:solidFill>
          <a:ln w="9525">
            <a:solidFill>
              <a:srgbClr val="1006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Markmiðið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5786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006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964424" y="2706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vörur á mann á viku,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8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 föstum tíma í dagatalinu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4564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 þeim hraða er skrifaði hlutinn búinn á rúmum fjórum mánuðum. Lágt og raunhæft sem heldur slær háleitt sem hrynur í viku þrjú.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090879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919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þegar flokkur klárast sýnum við hvað gerðist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5248656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Heimsóknir á þær vörusíður, leitarorð sem finna núna eitthvað, sölutölur ef þær hreyfast. Ekkert heldur svona verkefni gangandi eins og að sjá að vinnan breytti einhverju.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NÆSTU SKREF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Byrjum á einum flokki hver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48716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5237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 dag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52374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tekur við sínum flokkum. Ritstíllinn og gátlistinn fara í hlekk sem allir hafa.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365760" cy="365760"/>
          </a:xfrm>
          <a:prstGeom prst="ellipse">
            <a:avLst/>
          </a:prstGeom>
          <a:solidFill>
            <a:srgbClr val="2A1F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3924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 þessari viku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39242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view á þinn eiganda, fastur tími bókaður, fyrstu 20 vörurnar.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365760" cy="365760"/>
          </a:xfrm>
          <a:prstGeom prst="ellipse">
            <a:avLst/>
          </a:prstGeom>
          <a:solidFill>
            <a:srgbClr val="2A1F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2611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Að tveimur vikum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611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Fyrsta framvindutalan. Við skoðum hvað gekk og hvað var óljóst í reglunum.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93208"/>
            <a:ext cx="365760" cy="365760"/>
          </a:xfrm>
          <a:prstGeom prst="ellipse">
            <a:avLst/>
          </a:prstGeom>
          <a:solidFill>
            <a:srgbClr val="2A1F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1297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12978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Þverkatalog-síður og leit — það sem við getum ekki gert ofan á tóm vörukort.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9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Enginn er beðinn um að skrifa um vöru sem hann þekkir ekki. Það er öll hugmyndin.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Vöruinnihald</dc:title>
  <dc:subject>PptxGenJS Presentation</dc:subject>
  <dc:creator>Stórkaup</dc:creator>
  <cp:lastModifiedBy>Stórkaup</cp:lastModifiedBy>
  <cp:revision>1</cp:revision>
  <dcterms:created xsi:type="dcterms:W3CDTF">2026-09-11T09:33:27Z</dcterms:created>
  <dcterms:modified xsi:type="dcterms:W3CDTF">2026-09-11T09:33:27Z</dcterms:modified>
</cp:coreProperties>
</file>